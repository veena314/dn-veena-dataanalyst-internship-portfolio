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5809-04CD-E528-A3AC-B03CFCF52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09599"/>
            <a:ext cx="7766936" cy="1199535"/>
          </a:xfrm>
        </p:spPr>
        <p:txBody>
          <a:bodyPr/>
          <a:lstStyle/>
          <a:p>
            <a:pPr algn="ctr"/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Sales Data Analysis: Data Storytelling and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3ABD1-4237-26FD-272A-66D7336D4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625213"/>
            <a:ext cx="7766936" cy="2733368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chemeClr val="accent2">
                    <a:lumMod val="75000"/>
                  </a:schemeClr>
                </a:solidFill>
              </a:rPr>
              <a:t>Task 4 – Data Analytics Internship</a:t>
            </a:r>
          </a:p>
          <a:p>
            <a:pPr algn="l"/>
            <a:r>
              <a:rPr lang="en-IN" sz="2000">
                <a:solidFill>
                  <a:schemeClr val="accent2">
                    <a:lumMod val="75000"/>
                  </a:schemeClr>
                </a:solidFill>
              </a:rPr>
              <a:t>Presented by : Devangam Narayanaswamy Veena</a:t>
            </a:r>
          </a:p>
          <a:p>
            <a:pPr algn="l"/>
            <a:r>
              <a:rPr lang="en-IN" sz="2000">
                <a:solidFill>
                  <a:schemeClr val="accent2">
                    <a:lumMod val="75000"/>
                  </a:schemeClr>
                </a:solidFill>
              </a:rPr>
              <a:t>College : Sri Venkateshwara College of Engineering, Tirupati</a:t>
            </a:r>
          </a:p>
          <a:p>
            <a:pPr algn="l"/>
            <a:r>
              <a:rPr lang="en-IN" sz="2000">
                <a:solidFill>
                  <a:schemeClr val="accent2">
                    <a:lumMod val="75000"/>
                  </a:schemeClr>
                </a:solidFill>
              </a:rPr>
              <a:t>Branch : Information Technology</a:t>
            </a:r>
          </a:p>
          <a:p>
            <a:pPr algn="l"/>
            <a:r>
              <a:rPr lang="en-IN" sz="2000">
                <a:solidFill>
                  <a:schemeClr val="accent2">
                    <a:lumMod val="75000"/>
                  </a:schemeClr>
                </a:solidFill>
              </a:rPr>
              <a:t>Date : July 2026</a:t>
            </a:r>
          </a:p>
        </p:txBody>
      </p:sp>
    </p:spTree>
    <p:extLst>
      <p:ext uri="{BB962C8B-B14F-4D97-AF65-F5344CB8AC3E}">
        <p14:creationId xmlns:p14="http://schemas.microsoft.com/office/powerpoint/2010/main" val="2658590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F0DF-EE06-655B-FACB-565FF31B4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8761"/>
          </a:xfrm>
        </p:spPr>
        <p:txBody>
          <a:bodyPr>
            <a:normAutofit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07307-630B-DE6D-9CDD-83FF81C10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2659"/>
            <a:ext cx="8596668" cy="443870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/>
              <a:t>Perform data cleaning and exploratory data analysis (EDA) to improve data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/>
              <a:t>Use SQL to answer business questions through filtering, aggregation, and data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/>
              <a:t>Develop interactive dashboards in Power BI to visualize key performance indicators (KPIs).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/>
              <a:t>Present findings through data storytelling and statistical validation to support business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/>
              <a:t>Analyze the sales dataset to identify trends, patterns, and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412553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D739-128E-2604-E935-B02E2050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8594"/>
          </a:xfrm>
        </p:spPr>
        <p:txBody>
          <a:bodyPr>
            <a:normAutofit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1DA0F-0DED-0763-3C0D-A84EA208A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3" y="1435510"/>
            <a:ext cx="4297790" cy="542249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6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Dataset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Sales Dataset</a:t>
            </a:r>
          </a:p>
          <a:p>
            <a:pPr marL="0" indent="0">
              <a:buNone/>
            </a:pPr>
            <a:r>
              <a:rPr lang="en-IN" sz="36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Retail sales transaction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Customer, product &amp; sales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Used for sales performance analysis</a:t>
            </a:r>
          </a:p>
          <a:p>
            <a:pPr marL="0" indent="0">
              <a:buNone/>
            </a:pPr>
            <a:r>
              <a:rPr lang="en-IN" sz="36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Dataset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Records: 1000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Columns: 11</a:t>
            </a:r>
          </a:p>
          <a:p>
            <a:pPr marL="0" indent="0">
              <a:buNone/>
            </a:pPr>
            <a:r>
              <a:rPr lang="en-IN" sz="36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Key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Order_ID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Customer_ID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>
                <a:latin typeface="Aptos" panose="020B0004020202020204" pitchFamily="34" charset="0"/>
              </a:rPr>
              <a:t>Total_Sales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9BA181-C7F7-9ACB-215F-A0793B21CC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50890" y="1720644"/>
            <a:ext cx="5223285" cy="3490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2187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3CDA-531E-4B3D-9FE1-F2CB57DFF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9265"/>
          </a:xfrm>
        </p:spPr>
        <p:txBody>
          <a:bodyPr>
            <a:normAutofit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Data Cleaning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8F7F1-D52E-848C-9105-22C5804B1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602657"/>
            <a:ext cx="4184035" cy="443870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Imported the sales dataset into MySQL.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Checked for missing values and handled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Removed duplicate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Verified and corrected data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Cleaned inconsistent values and standardized the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Validated the cleaned data for accurate analysis.</a:t>
            </a:r>
            <a:endParaRPr lang="en-IN" sz="2000">
              <a:latin typeface="Aptos" panose="020B00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837404-B6BF-1911-5E71-CC7283CF8D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5" y="1602657"/>
            <a:ext cx="4184650" cy="36404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7377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9844-7CDF-2972-F4E7-AAAD12F4F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>
            <a:normAutofit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Exploratory Data Analysis(EDA) and 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BE0E-844C-93BF-37C8-DFAB6F42B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297858"/>
            <a:ext cx="4415776" cy="5279923"/>
          </a:xfrm>
        </p:spPr>
        <p:txBody>
          <a:bodyPr/>
          <a:lstStyle/>
          <a:p>
            <a:pPr marL="0" indent="0">
              <a:buNone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Business Questions Answered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Top 5 cities by total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Best-selling product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Monthly sales trend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Total revenue generated by each product.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Customer distribution by gender.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Category-wise sales performan.</a:t>
            </a:r>
          </a:p>
          <a:p>
            <a:pPr marL="0" indent="0">
              <a:buNone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Revenue varied significantly across cities.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Electronics generated the highest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Monthly sales showed an overall increasing trend.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Customer purchases were almost equally distributed by gender.</a:t>
            </a:r>
            <a:endParaRPr lang="en-IN" sz="1400">
              <a:latin typeface="Aptos" panose="020B00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20A2E4-9BBB-BE4F-223D-423AC4963C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93110" y="1789471"/>
            <a:ext cx="4415776" cy="33998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16223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F836-E3DA-CD05-E7B5-74DF189A2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50606"/>
          </a:xfrm>
        </p:spPr>
        <p:txBody>
          <a:bodyPr>
            <a:normAutofit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05D46-43CD-5FC1-26AA-3C494BFC1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55174"/>
            <a:ext cx="4184035" cy="45861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Dashboard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Interactive dashboard developed using Power BI.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KPI cards display Total Revenue, Total Orders, Average Sales, and Total Quantity.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Visualizations show monthly sales trends, city-wise revenue, and product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Category-wise and gender-wise analysis helps understand customer purchasing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Dashboard enables quick and data-driven business decision-making.</a:t>
            </a:r>
            <a:endParaRPr lang="en-IN">
              <a:latin typeface="Aptos" panose="020B00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24EF4C-6EB9-A01F-39DB-F2756E7B2F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61368" y="1730477"/>
            <a:ext cx="4754579" cy="35090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3089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F9C3-FEFC-B544-6F49-7A772BDD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E7D2-896F-0654-C257-C28597D7D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3329"/>
            <a:ext cx="8596668" cy="4478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Total revenue indicates strong overall sales performance across the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 few cities contributed the highest share of total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Electronics was the top-performing product category.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Monthly sales analysis revealed clear trends in customer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KPI analysis helped monitor revenue, orders, average sales, and quantity sold.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dashboard provided valuable insights for business decision-making.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21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0EE9-1D5C-A176-3B77-C0589824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238AD-EEE0-2FAB-C811-4F8A14541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533832"/>
            <a:ext cx="4184035" cy="4507529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Focus marketing efforts on top-performing cities to maximize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Increase inventory for high-demand products and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Develop promotional strategies for low-performing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Monitor monthly sales trends to improve sales planning and forecasting.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Use the Power BI dashboard regularly to support data-driven business decisions.</a:t>
            </a:r>
            <a:endParaRPr lang="en-IN" sz="2000">
              <a:latin typeface="Aptos" panose="020B0004020202020204" pitchFamily="34" charset="0"/>
            </a:endParaRPr>
          </a:p>
        </p:txBody>
      </p:sp>
      <p:pic>
        <p:nvPicPr>
          <p:cNvPr id="8" name="Content Placeholder 7" descr="Bullseye with solid fill">
            <a:extLst>
              <a:ext uri="{FF2B5EF4-FFF2-40B4-BE49-F238E27FC236}">
                <a16:creationId xmlns:a16="http://schemas.microsoft.com/office/drawing/2014/main" id="{C2727D52-1CA0-9CB3-B90B-5BEFFC27F2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7161" y="3787596"/>
            <a:ext cx="1091380" cy="914400"/>
          </a:xfrm>
        </p:spPr>
      </p:pic>
      <p:pic>
        <p:nvPicPr>
          <p:cNvPr id="5" name="Graphic 4" descr="Lightbulb with solid fill">
            <a:extLst>
              <a:ext uri="{FF2B5EF4-FFF2-40B4-BE49-F238E27FC236}">
                <a16:creationId xmlns:a16="http://schemas.microsoft.com/office/drawing/2014/main" id="{C0ED614A-9D46-EDA1-ABE1-04CB3EB5F8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0615" y="2971800"/>
            <a:ext cx="1091380" cy="914400"/>
          </a:xfrm>
          <a:prstGeom prst="rect">
            <a:avLst/>
          </a:prstGeom>
        </p:spPr>
      </p:pic>
      <p:pic>
        <p:nvPicPr>
          <p:cNvPr id="10" name="Graphic 9" descr="Upward trend with solid fill">
            <a:extLst>
              <a:ext uri="{FF2B5EF4-FFF2-40B4-BE49-F238E27FC236}">
                <a16:creationId xmlns:a16="http://schemas.microsoft.com/office/drawing/2014/main" id="{200FA17B-B407-32A5-3BAD-D88730F69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6813" y="2201171"/>
            <a:ext cx="1372077" cy="101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2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8508-BE28-F296-93CC-C9855738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8761"/>
          </a:xfrm>
        </p:spPr>
        <p:txBody>
          <a:bodyPr>
            <a:normAutofit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Hypothesis Testing and 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27B34-F806-B01C-0467-E6DE02AF9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2323"/>
            <a:ext cx="8596668" cy="4419039"/>
          </a:xfrm>
        </p:spPr>
        <p:txBody>
          <a:bodyPr/>
          <a:lstStyle/>
          <a:p>
            <a:pPr marL="0" indent="0">
              <a:buNone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Business Hypothesis</a:t>
            </a:r>
          </a:p>
          <a:p>
            <a:pPr marL="0" indent="0">
              <a:buNone/>
            </a:pPr>
            <a:r>
              <a:rPr lang="en-US" b="1">
                <a:latin typeface="Aptos" panose="020B0004020202020204" pitchFamily="34" charset="0"/>
              </a:rPr>
              <a:t>H₀</a:t>
            </a:r>
            <a:r>
              <a:rPr lang="en-US">
                <a:latin typeface="Aptos" panose="020B0004020202020204" pitchFamily="34" charset="0"/>
              </a:rPr>
              <a:t> (Null Hypothesis): There is no significant difference in average sales between product categories.</a:t>
            </a:r>
          </a:p>
          <a:p>
            <a:pPr marL="0" indent="0">
              <a:buNone/>
            </a:pPr>
            <a:r>
              <a:rPr lang="en-US" b="1">
                <a:latin typeface="Aptos" panose="020B0004020202020204" pitchFamily="34" charset="0"/>
              </a:rPr>
              <a:t>H₁ </a:t>
            </a:r>
            <a:r>
              <a:rPr lang="en-US">
                <a:latin typeface="Aptos" panose="020B0004020202020204" pitchFamily="34" charset="0"/>
              </a:rPr>
              <a:t>(Alternative Hypothesis): There is a significant difference in average sales between product categories.</a:t>
            </a:r>
          </a:p>
          <a:p>
            <a:pPr marL="0" indent="0">
              <a:buNone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Statistical Test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Independent Sample </a:t>
            </a:r>
            <a:r>
              <a:rPr lang="en-US" b="1">
                <a:latin typeface="Aptos" panose="020B0004020202020204" pitchFamily="34" charset="0"/>
              </a:rPr>
              <a:t>T-Test</a:t>
            </a:r>
          </a:p>
          <a:p>
            <a:pPr marL="0" indent="0">
              <a:buNone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The statistical test was used to evaluate the hypothesis and determine whether the observed difference in average sales was statistically significant.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The results help support data-driven business decisions.</a:t>
            </a:r>
            <a:endParaRPr lang="en-IN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93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FF382-B0EA-4C3C-E785-052F1AE3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0942"/>
          </a:xfrm>
        </p:spPr>
        <p:txBody>
          <a:bodyPr>
            <a:normAutofit fontScale="90000"/>
          </a:bodyPr>
          <a:lstStyle/>
          <a:p>
            <a:r>
              <a:rPr lang="en-IN" sz="3000" b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6189-7756-E171-F4CF-1BD5176EA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321" y="1297859"/>
            <a:ext cx="8596668" cy="4743504"/>
          </a:xfrm>
        </p:spPr>
        <p:txBody>
          <a:bodyPr/>
          <a:lstStyle/>
          <a:p>
            <a:pPr marL="0" indent="0">
              <a:buNone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Project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Successfully completed data cleaning, exploratory data analysis, SQL analysis, and Power BI dashboard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Identified key business insights from the sales dataset through data analysis and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Applied data storytelling and basic statistical validation to support business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Enhanced practical skills in SQL, Power BI, data analysis, and business intelligence.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This project demonstrates the value of data-driven decision-making in solving real-world business problems.</a:t>
            </a:r>
          </a:p>
          <a:p>
            <a:pPr marL="0" indent="0" algn="r">
              <a:buNone/>
            </a:pPr>
            <a:r>
              <a:rPr lang="en-US">
                <a:latin typeface="Aptos" panose="020B0004020202020204" pitchFamily="34" charset="0"/>
              </a:rPr>
              <a:t>Thank You!</a:t>
            </a:r>
            <a:endParaRPr lang="en-IN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9529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390</TotalTime>
  <Words>613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Trebuchet MS</vt:lpstr>
      <vt:lpstr>Wingdings 3</vt:lpstr>
      <vt:lpstr>Facet</vt:lpstr>
      <vt:lpstr>Sales Data Analysis: Data Storytelling and Statistical validation</vt:lpstr>
      <vt:lpstr>Project Objective</vt:lpstr>
      <vt:lpstr>Dataset Overview</vt:lpstr>
      <vt:lpstr>Data Cleaning Process</vt:lpstr>
      <vt:lpstr>Exploratory Data Analysis(EDA) and SQL Analysis</vt:lpstr>
      <vt:lpstr>Power BI Dashboard</vt:lpstr>
      <vt:lpstr>Key Business Insights</vt:lpstr>
      <vt:lpstr>Business Recommendations</vt:lpstr>
      <vt:lpstr>Hypothesis Testing and Statistical Validation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Veena Devangam</dc:creator>
  <cp:lastModifiedBy>Veena Devangam</cp:lastModifiedBy>
  <cp:revision>3</cp:revision>
  <dcterms:created xsi:type="dcterms:W3CDTF">2026-07-12T06:37:03Z</dcterms:created>
  <dcterms:modified xsi:type="dcterms:W3CDTF">2026-07-12T13:07:06Z</dcterms:modified>
</cp:coreProperties>
</file>